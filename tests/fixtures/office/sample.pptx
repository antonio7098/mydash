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12192000" cy="6858000" type="screen16x9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sp>
        <p:nvSpPr>
          <p:cNvPr id="2" name="Notes"/>
          <p:cNvSpPr/>
          <p:nvPr/>
        </p:nvSpPr>
        <p:spPr/>
        <p:txBody>
          <a:bodyPr/>
          <a:lstStyle/>
          <a:p>
            <a:r>
              <a:t>Explain the governance journey.</a:t>
            </a:r>
          </a:p>
        </p:txBody>
      </p:sp>
    </p:spTree>
  </p:cSld>
</p:notes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notesSlide" Target="../notesSlides/notesSlide1.xml"/>
  <Relationship Id="rId2" Type="http://schemas.openxmlformats.org/officeDocument/2006/relationships/image" Target="../media/image1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/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lstStyle/>
          <a:p>
            <a:r>
              <a:t>Agent Hub Overview</a:t>
            </a:r>
          </a:p>
        </p:txBody>
      </p:sp>
      <p:sp>
        <p:nvSpPr>
          <p:cNvPr id="3" name="Content"/>
          <p:cNvSpPr/>
          <p:nvPr/>
        </p:nvSpPr>
        <p:spPr/>
        <p:txBody>
          <a:bodyPr/>
          <a:lstStyle/>
          <a:p>
            <a:r>
              <a:t>Use cases in governance review</a:t>
            </a:r>
          </a:p>
        </p:txBody>
      </p:sp>
      <p:pic>
        <p:nvPicPr>
          <p:cNvPr id="4" name="Picture 1"/>
          <p:cNvPicPr/>
          <p:nvPr/>
        </p:nvPicPr>
        <p:blipFill>
          <a:blip r:embed="rId2"/>
        </p:blipFill>
        <p:spPr/>
      </p:pic>
    </p:spTree>
  </p:cSld>
</p:sld>
</file>